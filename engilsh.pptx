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058AF-39B9-6385-C9D3-F0390344B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2DA82F-3ED9-6C66-CF62-49A70E59E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14D9E-37CB-26A5-230A-F699950F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1C318E-6495-07B6-C1B0-387047CC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D5D0F0-D894-67EC-465A-B119C377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78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8179C-AF0A-D75C-A09F-583CBA4B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44858E-9C21-9A1D-982D-55FDB7085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6E1D3B-906C-E4AB-05E4-80E315D87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331BDB-22E3-996E-B0D1-3499F480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17EAE-29D5-B3F4-0525-7A5776E3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16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385EB-DC7C-F399-AC56-D34AEFB8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E2F95A-1F7E-2FA3-C232-45191D6F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38517-60DB-9DE5-E1D7-5E9DBB3F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A025AF-4446-BAF4-5014-FC62590B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D9DC2E-3FC0-B071-841B-2315395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16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95A23-64C4-8FF3-660E-D9DCFE9B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D53B5-8F96-BF6A-CB50-DDFAC404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C8DDC4-628B-0F44-D6A8-840FA8DD2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6CD321-A523-DC01-7B55-B3489E48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2F8AFF-FD8F-EDED-0B69-D2951C85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67FCEC-C5A8-ACED-177C-9091C8E2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57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0A023-1935-BA7B-C5E0-263E0536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D2BC77-F259-1FA4-348D-F6D1D34D4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47ECB9-F999-3BF6-FDA7-C2796929F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29AAD1-D059-ECBE-0B5D-3F5AE209A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3415A6-80A8-E2CB-FCD8-365961607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F9592E-D435-9F8F-623B-76A60C70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BEEF72-C9AE-9A38-41A6-1F6CF9C5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91EBFA-C2CB-EE51-F922-61E95A51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95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2B6E8-A784-1D4F-786D-6BF41B7D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1F40D9-BB1B-EDFE-AEB6-99F1C7A6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0D4801-55CE-5D47-FEE8-2279AEEE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69F2B5-A190-8A50-C00D-CBDAC35F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33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42213A-7174-8534-E850-7B99AAB1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3EE6C2-85A1-1965-4996-6BA71BB27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A8C25D-2820-F0F4-4E24-6A4FA0C2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499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0E361-1EF0-13D9-D30C-4AC21C92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E73BD0-9191-3085-9AA7-11BB0730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521544-8A24-8E18-0EB8-FE569338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BC3941-7920-41E4-8A70-D0544843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F1DC1C-098C-D422-F0B2-195E6CEF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935807-C5F5-16B6-1A44-52023EA5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93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258E7-F64B-AC6C-A683-A553412E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A11D58-192D-82BB-6255-56FA4E392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241C81-047B-7A52-E6F0-6E61C08F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4A6BF5-EBF4-CC95-2CCF-4EC06839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D32C23-6C75-C925-A2A6-F892560F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70C40D-854E-D4BC-AA5E-96ABD0F9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F0F9D-682B-CF67-5D74-10E34129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7BBA9E-7C6B-D58E-066B-7C2C46AE7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27D66-E7F7-5910-59E7-80051E5D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B56D4B-144E-CE55-9E32-8B71FADB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2BF0EA-0675-ED64-8CFD-9CAD270C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047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041D38-657E-ECB5-EAE7-9DF613B21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C6248F-B9D2-FD32-C002-B8417261C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DF210B-F7B8-2CDD-C0CB-0E6C698E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93FCCF-FD64-E73C-2109-2F3C19E5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E6B00-CCAD-AE13-7B7D-96D3AAAC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53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314CE-2440-1B6C-A1F9-C450DD55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AD7B36-116C-36AC-7DAA-A84FFF89D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4CF4D4-57E5-28C3-4EE9-6B3BF7A7D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BF67C-3042-4E23-8275-9C9A29AD5EBE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089D6F-59B2-8F61-368A-3D86CD28F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F15BE0-57DA-4AD6-EC10-02635396F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8FC7E-98C1-42CF-9039-2288EAF2DF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51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7B31DE-ABA5-B05C-B9BD-7D868471F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АНГЛИЦИЗМЫ В НАШЕЙ РЕЧИ: </a:t>
            </a:r>
            <a:br>
              <a:rPr lang="ru-RU" dirty="0"/>
            </a:br>
            <a:r>
              <a:rPr lang="ru-RU" dirty="0"/>
              <a:t>ДРУЗЬЯ ИЛИ ВРАГИ?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08F5B2-76CE-2F32-9FE8-2EBBF122B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Исследовательский проект</a:t>
            </a:r>
          </a:p>
          <a:p>
            <a:r>
              <a:rPr lang="ru-RU" dirty="0"/>
              <a:t>Автор: Баженов Степан, 7-Г класс</a:t>
            </a:r>
          </a:p>
          <a:p>
            <a:r>
              <a:rPr lang="ru-RU" dirty="0"/>
              <a:t>Руководитель: Перминова Анна Сергеевна, </a:t>
            </a:r>
          </a:p>
          <a:p>
            <a:r>
              <a:rPr lang="ru-RU" dirty="0"/>
              <a:t>учитель русского языка и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51058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46AF1BE-DC35-61F3-3C29-3C1BD163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9857"/>
            <a:ext cx="10515600" cy="5638121"/>
          </a:xfrm>
        </p:spPr>
        <p:txBody>
          <a:bodyPr/>
          <a:lstStyle/>
          <a:p>
            <a:pPr marL="0" indent="0" algn="ctr">
              <a:buNone/>
            </a:pPr>
            <a:r>
              <a:rPr lang="ru-RU" sz="4800" b="1" dirty="0"/>
              <a:t>АКТУАЛЬНОСТЬ</a:t>
            </a:r>
          </a:p>
          <a:p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 Английские слова прочно вошли в нашу повседневную речь</a:t>
            </a:r>
          </a:p>
          <a:p>
            <a:r>
              <a:rPr lang="ru-RU" dirty="0"/>
              <a:t> Мы слышим их в интернете, в рекламе, в фильмах и даже на уроках</a:t>
            </a:r>
          </a:p>
          <a:p>
            <a:r>
              <a:rPr lang="ru-RU" dirty="0"/>
              <a:t> Многие люди беспокоятся, что от этого страдает русский язык</a:t>
            </a:r>
          </a:p>
          <a:p>
            <a:r>
              <a:rPr lang="ru-RU" dirty="0"/>
              <a:t>Другие считают, что без англицизмов нам не обойтись</a:t>
            </a:r>
          </a:p>
          <a:p>
            <a:r>
              <a:rPr lang="ru-RU" dirty="0"/>
              <a:t>Эта тема особенно важна для нас, школьников, потому что именно сейчас формируется наша речь</a:t>
            </a:r>
          </a:p>
        </p:txBody>
      </p:sp>
    </p:spTree>
    <p:extLst>
      <p:ext uri="{BB962C8B-B14F-4D97-AF65-F5344CB8AC3E}">
        <p14:creationId xmlns:p14="http://schemas.microsoft.com/office/powerpoint/2010/main" val="246667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7D7DF-3AAA-9A48-C898-26DEB6E1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99156B-992C-93D2-D91E-DFE417994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800" b="1" dirty="0"/>
              <a:t>ЦЕЛЬ: </a:t>
            </a:r>
          </a:p>
          <a:p>
            <a:r>
              <a:rPr lang="ru-RU" dirty="0"/>
              <a:t>Выяснить, как правильно относиться к англицизмам в речи - принимать их как друзей или бороться с ними как с врагами</a:t>
            </a:r>
          </a:p>
          <a:p>
            <a:endParaRPr lang="ru-RU" sz="3800" dirty="0"/>
          </a:p>
          <a:p>
            <a:pPr marL="0" indent="0">
              <a:buNone/>
            </a:pPr>
            <a:r>
              <a:rPr lang="ru-RU" sz="3800" b="1" dirty="0"/>
              <a:t>ЗАДАЧИ:</a:t>
            </a:r>
          </a:p>
          <a:p>
            <a:pPr marL="0" indent="0">
              <a:buNone/>
            </a:pPr>
            <a:r>
              <a:rPr lang="ru-RU" dirty="0"/>
              <a:t>1. Узнать, какие англицизмы чаще всего используют семиклассники нашей школы</a:t>
            </a:r>
          </a:p>
          <a:p>
            <a:pPr marL="0" indent="0">
              <a:buNone/>
            </a:pPr>
            <a:r>
              <a:rPr lang="ru-RU" dirty="0"/>
              <a:t>2. Понять, почему люди, особенно молодежь, предпочитают английские слова русским аналогам</a:t>
            </a:r>
          </a:p>
          <a:p>
            <a:pPr marL="0" indent="0">
              <a:buNone/>
            </a:pPr>
            <a:r>
              <a:rPr lang="ru-RU" dirty="0"/>
              <a:t>3. Выяснить, как влияют англицизмы на развитие русского языка</a:t>
            </a:r>
          </a:p>
          <a:p>
            <a:pPr marL="0" indent="0">
              <a:buNone/>
            </a:pPr>
            <a:r>
              <a:rPr lang="ru-RU" dirty="0"/>
              <a:t>4. Сделать выводы о том, когда можно использовать англицизмы, а когда лучше обходиться без них</a:t>
            </a:r>
          </a:p>
        </p:txBody>
      </p:sp>
    </p:spTree>
    <p:extLst>
      <p:ext uri="{BB962C8B-B14F-4D97-AF65-F5344CB8AC3E}">
        <p14:creationId xmlns:p14="http://schemas.microsoft.com/office/powerpoint/2010/main" val="87732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BFAF1-944F-6475-A663-A71EB1D7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dirty="0"/>
              <a:t>ДРУЗЬЯ ИЛИ ВРАГИ?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2FE02A-D1ED-0FDA-62E7-DE60056E9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000" b="1" dirty="0"/>
              <a:t>ДРУЗЬЯ, КОГДА:</a:t>
            </a:r>
          </a:p>
          <a:p>
            <a:r>
              <a:rPr lang="ru-RU" dirty="0"/>
              <a:t> Заменяют длинные описания ("селфи" вместо "фотография самого себя")</a:t>
            </a:r>
          </a:p>
          <a:p>
            <a:r>
              <a:rPr lang="ru-RU" dirty="0"/>
              <a:t> Обозначают новые понятия ("интернет", "блогер")</a:t>
            </a:r>
          </a:p>
          <a:p>
            <a:r>
              <a:rPr lang="ru-RU" dirty="0"/>
              <a:t> Упрощают международное общение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sz="3000" b="1" dirty="0"/>
              <a:t>ВРАГИ, КОГДА:</a:t>
            </a:r>
          </a:p>
          <a:p>
            <a:r>
              <a:rPr lang="ru-RU" dirty="0"/>
              <a:t> Заменяют простые русские слова ("привет" → "хай")</a:t>
            </a:r>
          </a:p>
          <a:p>
            <a:r>
              <a:rPr lang="ru-RU" dirty="0"/>
              <a:t> Используются для показной "крутости"</a:t>
            </a:r>
          </a:p>
          <a:p>
            <a:r>
              <a:rPr lang="ru-RU" dirty="0"/>
              <a:t> Делают речь непонятной для других</a:t>
            </a:r>
          </a:p>
        </p:txBody>
      </p:sp>
    </p:spTree>
    <p:extLst>
      <p:ext uri="{BB962C8B-B14F-4D97-AF65-F5344CB8AC3E}">
        <p14:creationId xmlns:p14="http://schemas.microsoft.com/office/powerpoint/2010/main" val="2424579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15A7865-5464-175E-5AC0-9493A4A85A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206165"/>
              </p:ext>
            </p:extLst>
          </p:nvPr>
        </p:nvGraphicFramePr>
        <p:xfrm>
          <a:off x="838200" y="365125"/>
          <a:ext cx="10515600" cy="6127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1695030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26524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95670496"/>
                    </a:ext>
                  </a:extLst>
                </a:gridCol>
              </a:tblGrid>
              <a:tr h="5570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Англицизм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% использования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Русский аналог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452302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Окей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92%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Хорошо, ладно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9008398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Лайк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85%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Нравится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6709840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Сторис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79%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История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9176454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Хайп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72%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Тренд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8902839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Дедлайн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68%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Срок сдачи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8836436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Мем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65%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Шутка, прикол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157885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Вайб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60%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Настроение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1631332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Свэг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55%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Стиль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770200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Флекс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48%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хвастаться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03775"/>
                  </a:ext>
                </a:extLst>
              </a:tr>
              <a:tr h="5570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Кринж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</a:rPr>
                        <a:t>45%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</a:rPr>
                        <a:t>стыдно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66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47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7E8D0-B198-BFF5-2DB5-2988DC4D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000" b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B3069A-B75E-339B-CAE9-0983C54F4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Англицизмы - это не просто "друзья" или "враги"</a:t>
            </a:r>
          </a:p>
          <a:p>
            <a:r>
              <a:rPr lang="ru-RU" dirty="0"/>
              <a:t>Они могут быть полезны, когда помогают точно выразить мысль</a:t>
            </a:r>
          </a:p>
          <a:p>
            <a:r>
              <a:rPr lang="ru-RU" dirty="0"/>
              <a:t>Они вредны, когда заменяют существующие русские слова</a:t>
            </a:r>
          </a:p>
          <a:p>
            <a:r>
              <a:rPr lang="ru-RU" dirty="0"/>
              <a:t>Главное - знать меру и понимать, кому и зачем мы говорим</a:t>
            </a:r>
          </a:p>
          <a:p>
            <a:r>
              <a:rPr lang="ru-RU" dirty="0"/>
              <a:t>Русский язык богат и может принять полезные заимствования, но нужно беречь его чистоту</a:t>
            </a:r>
          </a:p>
        </p:txBody>
      </p:sp>
    </p:spTree>
    <p:extLst>
      <p:ext uri="{BB962C8B-B14F-4D97-AF65-F5344CB8AC3E}">
        <p14:creationId xmlns:p14="http://schemas.microsoft.com/office/powerpoint/2010/main" val="361917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8692674-A4D2-80D7-C9FE-4EF01ACAD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3"/>
            <a:ext cx="10515600" cy="57246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b="1" dirty="0"/>
          </a:p>
          <a:p>
            <a:pPr marL="0" indent="0" algn="ctr">
              <a:buNone/>
            </a:pPr>
            <a:endParaRPr lang="ru-RU" sz="5400" b="1" dirty="0"/>
          </a:p>
          <a:p>
            <a:pPr marL="0" indent="0" algn="ctr">
              <a:buNone/>
            </a:pPr>
            <a:r>
              <a:rPr lang="ru-RU" sz="54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642828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351</Words>
  <Application>Microsoft Office PowerPoint</Application>
  <PresentationFormat>Широкоэкранный</PresentationFormat>
  <Paragraphs>73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Тема Office</vt:lpstr>
      <vt:lpstr>АНГЛИЦИЗМЫ В НАШЕЙ РЕЧИ:  ДРУЗЬЯ ИЛИ ВРАГИ?</vt:lpstr>
      <vt:lpstr>Презентация PowerPoint</vt:lpstr>
      <vt:lpstr>ЦЕЛЬ И ЗАДАЧИ</vt:lpstr>
      <vt:lpstr>ДРУЗЬЯ ИЛИ ВРАГИ?</vt:lpstr>
      <vt:lpstr>Презентация PowerPoint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System Admin</dc:creator>
  <cp:lastModifiedBy>System Admin</cp:lastModifiedBy>
  <cp:revision>1</cp:revision>
  <dcterms:created xsi:type="dcterms:W3CDTF">2025-12-17T04:16:35Z</dcterms:created>
  <dcterms:modified xsi:type="dcterms:W3CDTF">2025-12-17T04:32:20Z</dcterms:modified>
</cp:coreProperties>
</file>